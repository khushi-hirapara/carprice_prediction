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725" r:id="rId4"/>
  </p:sldMasterIdLst>
  <p:notesMasterIdLst>
    <p:notesMasterId r:id="rId13"/>
  </p:notesMasterIdLst>
  <p:handoutMasterIdLst>
    <p:handoutMasterId r:id="rId14"/>
  </p:handoutMasterIdLst>
  <p:sldIdLst>
    <p:sldId id="256" r:id="rId5"/>
    <p:sldId id="298" r:id="rId6"/>
    <p:sldId id="299" r:id="rId7"/>
    <p:sldId id="261" r:id="rId8"/>
    <p:sldId id="302" r:id="rId9"/>
    <p:sldId id="305" r:id="rId10"/>
    <p:sldId id="296" r:id="rId11"/>
    <p:sldId id="29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E50564F-E098-4FAB-A1D5-61B885E684A6}">
          <p14:sldIdLst>
            <p14:sldId id="256"/>
            <p14:sldId id="298"/>
            <p14:sldId id="299"/>
            <p14:sldId id="261"/>
            <p14:sldId id="302"/>
            <p14:sldId id="305"/>
            <p14:sldId id="296"/>
            <p14:sldId id="29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49" autoAdjust="0"/>
  </p:normalViewPr>
  <p:slideViewPr>
    <p:cSldViewPr snapToGrid="0" showGuides="1">
      <p:cViewPr>
        <p:scale>
          <a:sx n="68" d="100"/>
          <a:sy n="68" d="100"/>
        </p:scale>
        <p:origin x="76" y="4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69671B-947A-44A3-A764-A91E66D469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B23CC-4610-41C4-A0CF-67A30700C4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7299BE-0F96-4D8C-8AC3-AFAE1A841C66}" type="datetimeFigureOut">
              <a:rPr lang="en-US" smtClean="0"/>
              <a:t>2/28/2025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4FC55-2324-40BC-8420-15EC835D95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C604-E5A5-4A58-AC5A-211F83D37C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B048B-0EBA-466F-928F-37073F3BFB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07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692AC-01A2-4EFF-966B-504F28E82D7A}" type="datetimeFigureOut">
              <a:rPr lang="en-US" noProof="0" smtClean="0"/>
              <a:t>2/28/2025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ED498D-6977-40EC-8E5E-7EB644D5E75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226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783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913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526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42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401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633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182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332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A7EE9-F079-4AED-9858-DCD74447B2DE}" type="datetime1">
              <a:rPr lang="en-US" smtClean="0"/>
              <a:t>2/28/2025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504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 userDrawn="1"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C3818-5B7F-4F38-B42C-7D48EDABA17E}" type="datetime1">
              <a:rPr lang="en-US" smtClean="0"/>
              <a:t>2/28/2025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313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09D8F-547E-4C36-AE3A-50B051D9F239}" type="datetime1">
              <a:rPr lang="en-US" smtClean="0"/>
              <a:t>2/28/2025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160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A408-237F-4430-903D-49994B8E1677}" type="datetime1">
              <a:rPr lang="en-US" smtClean="0"/>
              <a:t>2/28/2025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7BF857FE-9EDF-40AC-A282-858EC0C2C6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408000"/>
          </a:xfrm>
        </p:spPr>
        <p:txBody>
          <a:bodyPr anchor="ctr" anchorCtr="0">
            <a:normAutofit/>
          </a:bodyPr>
          <a:lstStyle>
            <a:lvl1pPr algn="ctr">
              <a:defRPr sz="1600"/>
            </a:lvl1pPr>
          </a:lstStyle>
          <a:p>
            <a:r>
              <a:rPr lang="en-US" smtClean="0"/>
              <a:t>Click icon to add picture</a:t>
            </a:r>
            <a:endParaRPr lang="ru-RU" dirty="0"/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8BBD3378-DD0B-4070-88AA-07DEEA1B7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96537"/>
          </a:xfrm>
          <a:solidFill>
            <a:schemeClr val="accent1">
              <a:lumMod val="40000"/>
              <a:lumOff val="60000"/>
              <a:alpha val="50000"/>
            </a:schemeClr>
          </a:solidFill>
        </p:spPr>
        <p:txBody>
          <a:bodyPr lIns="720000" tIns="108000" anchor="ctr" anchorCtr="0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8349DBD-05C9-497A-BAB7-08CE307FB9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4355" y="1812759"/>
            <a:ext cx="4954159" cy="374819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2F227ADD-898B-46CB-92A8-AC4962D208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9901" y="1812759"/>
            <a:ext cx="4954159" cy="374819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0AF26B-41C3-4BBB-A8E9-8EAB965C6D7A}"/>
              </a:ext>
            </a:extLst>
          </p:cNvPr>
          <p:cNvCxnSpPr/>
          <p:nvPr userDrawn="1"/>
        </p:nvCxnSpPr>
        <p:spPr>
          <a:xfrm>
            <a:off x="-600" y="1283417"/>
            <a:ext cx="121932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78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Pictur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C8CE4-6594-4434-AA7B-C5DDAFBE02A0}" type="datetime1">
              <a:rPr lang="en-US" smtClean="0"/>
              <a:t>2/28/2025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7BF857FE-9EDF-40AC-A282-858EC0C2C6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408000"/>
          </a:xfrm>
        </p:spPr>
        <p:txBody>
          <a:bodyPr anchor="ctr" anchorCtr="0">
            <a:normAutofit/>
          </a:bodyPr>
          <a:lstStyle>
            <a:lvl1pPr algn="ctr">
              <a:defRPr sz="1600"/>
            </a:lvl1pPr>
          </a:lstStyle>
          <a:p>
            <a:r>
              <a:rPr lang="en-US" smtClean="0"/>
              <a:t>Click icon to add picture</a:t>
            </a:r>
            <a:endParaRPr lang="ru-RU" dirty="0"/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8BBD3378-DD0B-4070-88AA-07DEEA1B7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96537"/>
          </a:xfrm>
          <a:solidFill>
            <a:schemeClr val="accent1">
              <a:lumMod val="40000"/>
              <a:lumOff val="60000"/>
              <a:alpha val="50000"/>
            </a:schemeClr>
          </a:solidFill>
        </p:spPr>
        <p:txBody>
          <a:bodyPr lIns="684000" tIns="108000" anchor="ctr" anchorCtr="0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8349DBD-05C9-497A-BAB7-08CE307FB9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7981" y="1812759"/>
            <a:ext cx="10905457" cy="408841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0AF26B-41C3-4BBB-A8E9-8EAB965C6D7A}"/>
              </a:ext>
            </a:extLst>
          </p:cNvPr>
          <p:cNvCxnSpPr/>
          <p:nvPr userDrawn="1"/>
        </p:nvCxnSpPr>
        <p:spPr>
          <a:xfrm>
            <a:off x="-600" y="1283417"/>
            <a:ext cx="121932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329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C21F8EC-6CCD-434E-925E-0A9FF574DA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907362"/>
            <a:ext cx="12192000" cy="4493433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30332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464540"/>
            <a:ext cx="10058400" cy="374819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176FD-E365-4307-A1BF-FBA56929E02D}" type="datetime1">
              <a:rPr lang="en-US" smtClean="0"/>
              <a:t>2/28/2025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DEBF4F-95EE-485E-BCD1-56682C51B641}"/>
              </a:ext>
            </a:extLst>
          </p:cNvPr>
          <p:cNvCxnSpPr/>
          <p:nvPr userDrawn="1"/>
        </p:nvCxnSpPr>
        <p:spPr>
          <a:xfrm>
            <a:off x="0" y="1900553"/>
            <a:ext cx="12192000" cy="0"/>
          </a:xfrm>
          <a:prstGeom prst="line">
            <a:avLst/>
          </a:prstGeom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1316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64CC3-3A25-40C5-8F52-C7B371775282}" type="datetime1">
              <a:rPr lang="en-US" smtClean="0"/>
              <a:t>2/28/2025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85C68E9-6B5E-46D9-AAB7-BE93B1378B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907362"/>
            <a:ext cx="12192000" cy="4493433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7DEE74D2-9B60-4DE8-9A31-91D3CBA8D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30332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90A09A4-2667-45F1-9F4E-37A50F1F5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0347" y="2346008"/>
            <a:ext cx="10058400" cy="3748194"/>
          </a:xfrm>
        </p:spPr>
        <p:txBody>
          <a:bodyPr numCol="2" spcCol="54000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14E254-0C82-4865-9922-29444D17B571}"/>
              </a:ext>
            </a:extLst>
          </p:cNvPr>
          <p:cNvCxnSpPr/>
          <p:nvPr userDrawn="1"/>
        </p:nvCxnSpPr>
        <p:spPr>
          <a:xfrm>
            <a:off x="0" y="1900553"/>
            <a:ext cx="12192000" cy="0"/>
          </a:xfrm>
          <a:prstGeom prst="line">
            <a:avLst/>
          </a:prstGeom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1068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53904-8E92-4E81-A5F1-2FE23324A701}" type="datetime1">
              <a:rPr lang="en-US" smtClean="0"/>
              <a:t>2/28/2025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84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61582-894B-4548-8F6A-77DD222024CA}" type="datetime1">
              <a:rPr lang="en-US" smtClean="0"/>
              <a:t>2/28/2025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175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FD72-49BE-4A27-B81D-6695ECD46A0C}" type="datetime1">
              <a:rPr lang="en-US" smtClean="0"/>
              <a:t>2/28/2025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940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92C4CF0-BD34-45B4-94FF-59AD3A70A7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400165"/>
          </a:xfrm>
          <a:noFill/>
        </p:spPr>
        <p:txBody>
          <a:bodyPr lIns="0" tIns="792000" anchor="ctr" anchorCtr="0"/>
          <a:lstStyle>
            <a:lvl1pPr algn="ctr"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4804496" y="0"/>
            <a:ext cx="7387504" cy="6446520"/>
          </a:xfrm>
          <a:prstGeom prst="rect">
            <a:avLst/>
          </a:prstGeom>
          <a:solidFill>
            <a:schemeClr val="accent1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110AB5-E047-427B-9192-3F2FCCB479A8}"/>
              </a:ext>
            </a:extLst>
          </p:cNvPr>
          <p:cNvSpPr/>
          <p:nvPr userDrawn="1"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488254"/>
            <a:ext cx="3517567" cy="1087974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3625" y="2038720"/>
            <a:ext cx="3517567" cy="3311706"/>
          </a:xfrm>
        </p:spPr>
        <p:txBody>
          <a:bodyPr lIns="91440" rIns="91440">
            <a:normAutofit/>
          </a:bodyPr>
          <a:lstStyle>
            <a:lvl1pPr marL="216000" indent="-216000">
              <a:spcAft>
                <a:spcPts val="0"/>
              </a:spcAft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00A2BA60-500D-4BD0-8C7F-2936FDDD15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/>
          <a:lstStyle/>
          <a:p>
            <a:fld id="{397F0DEF-140C-43BE-9FE2-8C6F0F16B2BD}" type="datetime1">
              <a:rPr lang="en-US" smtClean="0"/>
              <a:t>2/28/2025</a:t>
            </a:fld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371A0A82-5458-43A1-AD4C-A4FF7CD09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3051" y="6446838"/>
            <a:ext cx="6818262" cy="365125"/>
          </a:xfrm>
        </p:spPr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14" name="Slide Number Placeholder 7">
            <a:extLst>
              <a:ext uri="{FF2B5EF4-FFF2-40B4-BE49-F238E27FC236}">
                <a16:creationId xmlns:a16="http://schemas.microsoft.com/office/drawing/2014/main" id="{2ABD9582-0263-41AF-B003-2E748948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0596" y="6446838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F66DD5E-2E55-4BFB-8214-2B5C5051F2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99113" y="1692275"/>
            <a:ext cx="6592887" cy="3190875"/>
          </a:xfrm>
          <a:solidFill>
            <a:schemeClr val="bg1">
              <a:lumMod val="85000"/>
              <a:alpha val="50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 smtClean="0"/>
              <a:t>Click icon to add picture</a:t>
            </a:r>
            <a:endParaRPr lang="ru-RU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6A38BEF-96DA-4CBE-8464-985906D9F5F1}"/>
              </a:ext>
            </a:extLst>
          </p:cNvPr>
          <p:cNvCxnSpPr>
            <a:cxnSpLocks/>
          </p:cNvCxnSpPr>
          <p:nvPr userDrawn="1"/>
        </p:nvCxnSpPr>
        <p:spPr>
          <a:xfrm>
            <a:off x="723686" y="1767848"/>
            <a:ext cx="3291840" cy="0"/>
          </a:xfrm>
          <a:prstGeom prst="line">
            <a:avLst/>
          </a:prstGeom>
          <a:ln w="15875"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394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262E62-E8FA-42DE-BC7E-BA73A13FCBF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3200" cy="64008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957EED-32E8-4384-BFBB-06742F30AA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56422" y="5034909"/>
            <a:ext cx="6835291" cy="817251"/>
          </a:xfrm>
          <a:solidFill>
            <a:srgbClr val="262626"/>
          </a:solidFill>
        </p:spPr>
        <p:txBody>
          <a:bodyPr lIns="396000" tIns="0" anchor="ctr" anchorCtr="0">
            <a:normAutofit/>
          </a:bodyPr>
          <a:lstStyle>
            <a:lvl1pPr>
              <a:defRPr sz="2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Subtitle</a:t>
            </a:r>
            <a:endParaRPr lang="ru-RU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23EC876B-6AD7-452A-94C9-45B89DA7D7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6143" y="3975295"/>
            <a:ext cx="6835858" cy="1089350"/>
          </a:xfrm>
          <a:custGeom>
            <a:avLst/>
            <a:gdLst>
              <a:gd name="connsiteX0" fmla="*/ 0 w 6906198"/>
              <a:gd name="connsiteY0" fmla="*/ 0 h 1089350"/>
              <a:gd name="connsiteX1" fmla="*/ 6906198 w 6906198"/>
              <a:gd name="connsiteY1" fmla="*/ 0 h 1089350"/>
              <a:gd name="connsiteX2" fmla="*/ 6906198 w 6906198"/>
              <a:gd name="connsiteY2" fmla="*/ 1089350 h 1089350"/>
              <a:gd name="connsiteX3" fmla="*/ 3805731 w 6906198"/>
              <a:gd name="connsiteY3" fmla="*/ 1089350 h 1089350"/>
              <a:gd name="connsiteX4" fmla="*/ 218470 w 6906198"/>
              <a:gd name="connsiteY4" fmla="*/ 1089350 h 1089350"/>
              <a:gd name="connsiteX5" fmla="*/ 0 w 6906198"/>
              <a:gd name="connsiteY5" fmla="*/ 1089350 h 108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06198" h="1089350">
                <a:moveTo>
                  <a:pt x="0" y="0"/>
                </a:moveTo>
                <a:lnTo>
                  <a:pt x="6906198" y="0"/>
                </a:lnTo>
                <a:lnTo>
                  <a:pt x="6906198" y="1089350"/>
                </a:lnTo>
                <a:lnTo>
                  <a:pt x="3805731" y="1089350"/>
                </a:lnTo>
                <a:lnTo>
                  <a:pt x="218470" y="1089350"/>
                </a:lnTo>
                <a:lnTo>
                  <a:pt x="0" y="108935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396000" tIns="252000" anchor="t" anchorCtr="0">
            <a:noAutofit/>
          </a:bodyPr>
          <a:lstStyle>
            <a:lvl1pPr>
              <a:lnSpc>
                <a:spcPct val="90000"/>
              </a:lnSpc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First Lesson Summary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110AB5-E047-427B-9192-3F2FCCB479A8}"/>
              </a:ext>
            </a:extLst>
          </p:cNvPr>
          <p:cNvSpPr/>
          <p:nvPr userDrawn="1"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8635" y="0"/>
            <a:ext cx="3998873" cy="5852160"/>
          </a:xfrm>
          <a:solidFill>
            <a:srgbClr val="262626"/>
          </a:solidFill>
        </p:spPr>
        <p:txBody>
          <a:bodyPr lIns="360000" tIns="46800" rIns="360000" anchor="ctr" anchorCtr="0">
            <a:normAutofit/>
          </a:bodyPr>
          <a:lstStyle>
            <a:lvl1pPr marL="0" indent="0">
              <a:buNone/>
              <a:defRPr lang="en-US" dirty="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00A2BA60-500D-4BD0-8C7F-2936FDDD15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/>
          <a:lstStyle/>
          <a:p>
            <a:fld id="{9071F196-4D99-4CA1-AF3D-D9270AA86530}" type="datetime1">
              <a:rPr lang="en-US" smtClean="0"/>
              <a:t>2/28/2025</a:t>
            </a:fld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371A0A82-5458-43A1-AD4C-A4FF7CD09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3051" y="6446838"/>
            <a:ext cx="6818262" cy="365125"/>
          </a:xfrm>
        </p:spPr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14" name="Slide Number Placeholder 7">
            <a:extLst>
              <a:ext uri="{FF2B5EF4-FFF2-40B4-BE49-F238E27FC236}">
                <a16:creationId xmlns:a16="http://schemas.microsoft.com/office/drawing/2014/main" id="{2ABD9582-0263-41AF-B003-2E748948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0596" y="6446838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12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475C95-6709-4448-8164-8B465DDBFDB6}" type="datetime1">
              <a:rPr lang="en-US" smtClean="0"/>
              <a:t>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r>
              <a:rPr lang="en-US" dirty="0"/>
              <a:t>TEACH A COURSE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319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BCE8B62D-7B77-49C5-A369-DA7962108BC9}" type="datetime1">
              <a:rPr lang="en-US" smtClean="0"/>
              <a:t>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3051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TEACH A COURSE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30596" y="6446838"/>
            <a:ext cx="617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32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34" r:id="rId2"/>
    <p:sldLayoutId id="2147483728" r:id="rId3"/>
    <p:sldLayoutId id="2147483740" r:id="rId4"/>
    <p:sldLayoutId id="2147483741" r:id="rId5"/>
    <p:sldLayoutId id="2147483735" r:id="rId6"/>
    <p:sldLayoutId id="2147483738" r:id="rId7"/>
    <p:sldLayoutId id="2147483730" r:id="rId8"/>
    <p:sldLayoutId id="2147483731" r:id="rId9"/>
    <p:sldLayoutId id="2147483732" r:id="rId10"/>
    <p:sldLayoutId id="2147483736" r:id="rId11"/>
    <p:sldLayoutId id="2147483737" r:id="rId12"/>
    <p:sldLayoutId id="2147483733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7">
            <a:extLst>
              <a:ext uri="{FF2B5EF4-FFF2-40B4-BE49-F238E27FC236}">
                <a16:creationId xmlns:a16="http://schemas.microsoft.com/office/drawing/2014/main" id="{0B4FB531-34DA-4777-9BD5-5B885DC3819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15076"/>
            <a:ext cx="12188952" cy="194292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512D56-3115-4658-A559-1918ADBF3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676" y="5120639"/>
            <a:ext cx="6166014" cy="1280161"/>
          </a:xfrm>
        </p:spPr>
        <p:txBody>
          <a:bodyPr anchor="ctr">
            <a:normAutofit/>
          </a:bodyPr>
          <a:lstStyle/>
          <a:p>
            <a:pPr algn="r"/>
            <a:r>
              <a:rPr lang="en-US" sz="4800" dirty="0" smtClean="0">
                <a:solidFill>
                  <a:srgbClr val="FFFFFF"/>
                </a:solidFill>
              </a:rPr>
              <a:t>CAR PRICE PRIDICTION:   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48BE92-E817-4C9A-B197-64FAE3ED7D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36714" y="5160642"/>
            <a:ext cx="3073745" cy="1188721"/>
          </a:xfrm>
        </p:spPr>
        <p:txBody>
          <a:bodyPr anchor="ctr">
            <a:normAutofit fontScale="92500"/>
          </a:bodyPr>
          <a:lstStyle/>
          <a:p>
            <a:r>
              <a:rPr lang="en-US" sz="1500" dirty="0" smtClean="0"/>
              <a:t>Name: HIRAPARA KHUSHI</a:t>
            </a:r>
          </a:p>
          <a:p>
            <a:r>
              <a:rPr lang="en-US" sz="1500" dirty="0" smtClean="0"/>
              <a:t>ER NO.:23002171310055</a:t>
            </a:r>
          </a:p>
          <a:p>
            <a:r>
              <a:rPr lang="en-US" sz="1500" dirty="0" smtClean="0"/>
              <a:t>ROLL NO.: 21      BRANCH: CST</a:t>
            </a:r>
            <a:endParaRPr lang="en-US" sz="1500" dirty="0"/>
          </a:p>
        </p:txBody>
      </p:sp>
      <p:cxnSp>
        <p:nvCxnSpPr>
          <p:cNvPr id="25" name="Straight Connector 19">
            <a:extLst>
              <a:ext uri="{FF2B5EF4-FFF2-40B4-BE49-F238E27FC236}">
                <a16:creationId xmlns:a16="http://schemas.microsoft.com/office/drawing/2014/main" id="{D5B557D3-D7B4-404B-84A1-9BD182BE5B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7532813" y="5760720"/>
            <a:ext cx="11887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Bentley Continental GT V8 8k Wallpap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" y="-75415"/>
            <a:ext cx="12190493" cy="4952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06858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A person using a computer">
            <a:extLst>
              <a:ext uri="{FF2B5EF4-FFF2-40B4-BE49-F238E27FC236}">
                <a16:creationId xmlns:a16="http://schemas.microsoft.com/office/drawing/2014/main" id="{1FE05F69-81FE-41EC-874F-C9DA7048A58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22" y="0"/>
            <a:ext cx="12187578" cy="6408000"/>
          </a:xfr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66F458A5-2AF5-4290-8A07-8B68C223F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                 Project </a:t>
            </a:r>
            <a:r>
              <a:rPr lang="en-US" dirty="0"/>
              <a:t>Outline</a:t>
            </a:r>
            <a:endParaRPr lang="ru-RU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21522" y="1527592"/>
            <a:ext cx="5024849" cy="3100970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Project Objective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Features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smtClean="0"/>
              <a:t>Technologies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smtClean="0"/>
              <a:t>Future Scope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4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 descr="Man shows something on laptop">
            <a:extLst>
              <a:ext uri="{FF2B5EF4-FFF2-40B4-BE49-F238E27FC236}">
                <a16:creationId xmlns:a16="http://schemas.microsoft.com/office/drawing/2014/main" id="{22FB2237-B866-4C19-BF30-A9BFA8E15C0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22" y="-80006"/>
            <a:ext cx="12187578" cy="6408000"/>
          </a:xfr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AD2E63C-40F7-4CF4-BE57-F002221AA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317B3A-F74B-4C4D-837E-EF5358943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4715" y="1812758"/>
            <a:ext cx="13691479" cy="3928165"/>
          </a:xfrm>
        </p:spPr>
        <p:txBody>
          <a:bodyPr numCol="2" spcCol="540000">
            <a:normAutofit/>
          </a:bodyPr>
          <a:lstStyle/>
          <a:p>
            <a:pPr marL="171450" indent="-17145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b="1" dirty="0"/>
              <a:t>Analyze the key factors influencing car prices</a:t>
            </a:r>
            <a:r>
              <a:rPr lang="en-US" dirty="0"/>
              <a:t> </a:t>
            </a:r>
            <a:r>
              <a:rPr lang="en-US" dirty="0" smtClean="0"/>
              <a:t>using </a:t>
            </a:r>
            <a:r>
              <a:rPr lang="en-US" dirty="0"/>
              <a:t>exploratory data </a:t>
            </a:r>
            <a:r>
              <a:rPr lang="en-US" dirty="0" smtClean="0"/>
              <a:t>analysis</a:t>
            </a:r>
          </a:p>
          <a:p>
            <a:pPr marL="171450" indent="-17145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b="1" dirty="0"/>
              <a:t>Collect and preprocess car price </a:t>
            </a:r>
            <a:r>
              <a:rPr lang="en-US" b="1" dirty="0" smtClean="0"/>
              <a:t>data</a:t>
            </a:r>
            <a:r>
              <a:rPr lang="en-US" dirty="0"/>
              <a:t>,</a:t>
            </a:r>
            <a:r>
              <a:rPr lang="en-US" dirty="0" smtClean="0"/>
              <a:t> </a:t>
            </a:r>
            <a:r>
              <a:rPr lang="en-US" dirty="0"/>
              <a:t>categorical variables, and feature </a:t>
            </a:r>
            <a:r>
              <a:rPr lang="en-US" dirty="0" smtClean="0"/>
              <a:t>scaling.</a:t>
            </a:r>
          </a:p>
          <a:p>
            <a:pPr marL="171450" indent="-17145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b="1" dirty="0" smtClean="0"/>
              <a:t>Develop </a:t>
            </a:r>
            <a:r>
              <a:rPr lang="en-US" b="1" dirty="0"/>
              <a:t>a predictive model</a:t>
            </a:r>
            <a:r>
              <a:rPr lang="en-US" dirty="0"/>
              <a:t> using Random Forest Regressor to estimate </a:t>
            </a:r>
            <a:r>
              <a:rPr lang="en-US" dirty="0" smtClean="0"/>
              <a:t>car prices.</a:t>
            </a:r>
          </a:p>
          <a:p>
            <a:pPr marL="171450" indent="-17145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Deploy </a:t>
            </a:r>
            <a:r>
              <a:rPr lang="en-US" dirty="0"/>
              <a:t>the model as a Flask web application for easy user interaction. </a:t>
            </a:r>
          </a:p>
          <a:p>
            <a:pPr marL="171450" indent="-17145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dirty="0" smtClean="0"/>
          </a:p>
          <a:p>
            <a:pPr marL="171450" indent="-17145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dirty="0"/>
          </a:p>
          <a:p>
            <a:pPr marL="171450" indent="-17145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568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071E00-ABE1-44FD-92BD-2769C2C9C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051" y="543103"/>
            <a:ext cx="5852017" cy="16336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 smtClean="0"/>
              <a:t> Features</a:t>
            </a:r>
            <a:endParaRPr lang="en-US" sz="400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686" y="2353592"/>
            <a:ext cx="32918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BD30D-629F-49D4-AE04-2D99B365E4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3532" y="2535194"/>
            <a:ext cx="3448259" cy="3342747"/>
          </a:xfrm>
        </p:spPr>
        <p:txBody>
          <a:bodyPr vert="horz" lIns="0" tIns="45720" rIns="0" bIns="45720" rtlCol="0">
            <a:normAutofit/>
          </a:bodyPr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User-Friendly Interface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Basic Car </a:t>
            </a:r>
            <a:r>
              <a:rPr lang="en-US" dirty="0" smtClean="0"/>
              <a:t>Details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Usage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FFFFFF"/>
                </a:solidFill>
              </a:rPr>
              <a:t> </a:t>
            </a:r>
            <a:r>
              <a:rPr lang="en-US" dirty="0"/>
              <a:t>Engine &amp; Performance</a:t>
            </a:r>
            <a:endParaRPr lang="en-US" dirty="0">
              <a:solidFill>
                <a:srgbClr val="FFFFFF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719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Man and woman discuss some document">
            <a:extLst>
              <a:ext uri="{FF2B5EF4-FFF2-40B4-BE49-F238E27FC236}">
                <a16:creationId xmlns:a16="http://schemas.microsoft.com/office/drawing/2014/main" id="{34A80249-1835-46E9-87C9-48F4BEE1EC6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87578" cy="640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6C92D3-8AE6-4260-8F63-97ED33A06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Technologies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43271" y="1517715"/>
            <a:ext cx="10905457" cy="5561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>
                <a:solidFill>
                  <a:schemeClr val="tx1"/>
                </a:solidFill>
              </a:rPr>
              <a:t>Frontend: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8034" y="2328421"/>
            <a:ext cx="47605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 </a:t>
            </a:r>
            <a:r>
              <a:rPr lang="en-US" sz="2400" dirty="0"/>
              <a:t>HTML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CSS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BOOTSTRAP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1340" y="3770722"/>
            <a:ext cx="6815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Backend:</a:t>
            </a:r>
            <a:endParaRPr 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348034" y="4545341"/>
            <a:ext cx="2318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Flask(python)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7582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4">
            <a:extLst>
              <a:ext uri="{FF2B5EF4-FFF2-40B4-BE49-F238E27FC236}">
                <a16:creationId xmlns:a16="http://schemas.microsoft.com/office/drawing/2014/main" id="{2C9DFBED-0159-4EAC-AAAF-5AA47CA2F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96537"/>
          </a:xfrm>
        </p:spPr>
        <p:txBody>
          <a:bodyPr/>
          <a:lstStyle/>
          <a:p>
            <a:r>
              <a:rPr lang="en-US" dirty="0" smtClean="0"/>
              <a:t>Future Scope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Real-Time </a:t>
            </a:r>
            <a:r>
              <a:rPr lang="en-US" dirty="0"/>
              <a:t>Data </a:t>
            </a:r>
            <a:r>
              <a:rPr lang="en-US" dirty="0" smtClean="0"/>
              <a:t>Integration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Mobile </a:t>
            </a:r>
            <a:r>
              <a:rPr lang="en-US" dirty="0" smtClean="0"/>
              <a:t>&amp; Web application development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smtClean="0"/>
              <a:t>Global expansion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88198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019A2A-640A-4285-BA5E-7A47E95D0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073" y="593900"/>
            <a:ext cx="3517567" cy="1087974"/>
          </a:xfrm>
        </p:spPr>
        <p:txBody>
          <a:bodyPr/>
          <a:lstStyle/>
          <a:p>
            <a:r>
              <a:rPr lang="en-US" dirty="0" smtClean="0"/>
              <a:t>Demo</a:t>
            </a:r>
            <a:endParaRPr lang="ru-RU" dirty="0"/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3" r="2993"/>
          <a:stretch>
            <a:fillRect/>
          </a:stretch>
        </p:blipFill>
        <p:spPr>
          <a:xfrm>
            <a:off x="4871640" y="1442312"/>
            <a:ext cx="7303992" cy="3535041"/>
          </a:xfrm>
        </p:spPr>
      </p:pic>
    </p:spTree>
    <p:extLst>
      <p:ext uri="{BB962C8B-B14F-4D97-AF65-F5344CB8AC3E}">
        <p14:creationId xmlns:p14="http://schemas.microsoft.com/office/powerpoint/2010/main" val="31893166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28FE7D-043F-42AF-B4AB-DB9AFF936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3465" y="1414464"/>
            <a:ext cx="10456780" cy="1045931"/>
          </a:xfrm>
        </p:spPr>
        <p:txBody>
          <a:bodyPr/>
          <a:lstStyle/>
          <a:p>
            <a:r>
              <a:rPr lang="en-US" sz="4000" dirty="0" smtClean="0">
                <a:solidFill>
                  <a:schemeClr val="tx1"/>
                </a:solidFill>
              </a:rPr>
              <a:t>  Thank You…</a:t>
            </a:r>
            <a:endParaRPr 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899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VTI">
  <a:themeElements>
    <a:clrScheme name="Custom 62">
      <a:dk1>
        <a:srgbClr val="000000"/>
      </a:dk1>
      <a:lt1>
        <a:srgbClr val="FFFFFF"/>
      </a:lt1>
      <a:dk2>
        <a:srgbClr val="322441"/>
      </a:dk2>
      <a:lt2>
        <a:srgbClr val="E8E8E2"/>
      </a:lt2>
      <a:accent1>
        <a:srgbClr val="3F3DE3"/>
      </a:accent1>
      <a:accent2>
        <a:srgbClr val="7229D2"/>
      </a:accent2>
      <a:accent3>
        <a:srgbClr val="C62FE1"/>
      </a:accent3>
      <a:accent4>
        <a:srgbClr val="CF1DA0"/>
      </a:accent4>
      <a:accent5>
        <a:srgbClr val="E12F68"/>
      </a:accent5>
      <a:accent6>
        <a:srgbClr val="CF2E1D"/>
      </a:accent6>
      <a:hlink>
        <a:srgbClr val="87882D"/>
      </a:hlink>
      <a:folHlink>
        <a:srgbClr val="7F7F7F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lassic-Corporate_Teach a Course_02_Win32_MO - v3" id="{9EE2A5A3-E40E-40AC-9760-FB610F2897F3}" vid="{7FC277D3-686C-411B-BE49-3E65515A7D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C65060F-1094-41F3-95E3-03DA10677C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18F16D9-EB65-4F11-9CD9-58377B437CF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A09386F-CDB5-4CE9-AE70-AE4E53A633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 corporate teach a course slides</Template>
  <TotalTime>0</TotalTime>
  <Words>142</Words>
  <Application>Microsoft Office PowerPoint</Application>
  <PresentationFormat>Widescreen</PresentationFormat>
  <Paragraphs>44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RetrospectVTI</vt:lpstr>
      <vt:lpstr>CAR PRICE PRIDICTION:   </vt:lpstr>
      <vt:lpstr>                                      Project Outline</vt:lpstr>
      <vt:lpstr>Project Objective</vt:lpstr>
      <vt:lpstr> Features</vt:lpstr>
      <vt:lpstr>Technologies </vt:lpstr>
      <vt:lpstr>Future Scope</vt:lpstr>
      <vt:lpstr>Demo</vt:lpstr>
      <vt:lpstr>  Thank You…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2025-02-27T05:02:45Z</dcterms:created>
  <dcterms:modified xsi:type="dcterms:W3CDTF">2025-02-28T06:47:33Z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